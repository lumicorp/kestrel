
<file path=ppt/slides/slide1.xml><p:sld xmlns:a="http://schemas.openxmlformats.org/drawingml/2006/main"><a:t>fixture-pptx-anchor-cosmos</a:t></p:sld>
</file>